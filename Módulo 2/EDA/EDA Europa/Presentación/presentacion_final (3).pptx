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vale
</a:t>
            </a:r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trabajo?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mínimo y desigualdad en 38 países europeos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Andoni Olaso  ·  Data Science Bootcamp  · 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qué va este proyecto?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de datos que investiga si el salario mínimo realmente protege a los trabajadores europeos. Usamos datos oficiales de Eurostat para responder 5 preguntas que van más allá de los euros de tu nómina.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con el debate sobre los 1.500€ de salario mínimo en el País Vasco y España.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0" y="457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06640" y="4572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analizados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40664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2286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06640" y="2286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06640" y="3200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preguntas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¿1.000€ compran lo mismo en Dublín que en Bucarest?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80160" y="1645920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55648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556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¿Subir el salario mínimo reduce la brecha de género?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2395728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05456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505456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vivienda sube más rápido que el sueldo?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0" y="3145536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55264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255264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¿Tener empleo garantiza no ser pobre?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80160" y="3895344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05072"/>
            <a:ext cx="365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005072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Gen Z vive peor que sus padres?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he hecho?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468880" cy="4572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bases de datos oficiales de Eurostat.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descargados + 3 por API.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1188720"/>
            <a:ext cx="246888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21031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columnas, traducir códigos,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quitar basura. El 80% del trabajo real.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18872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1188720"/>
            <a:ext cx="2468880" cy="457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463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para VER + test Pearson para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MEDIR. Si p &lt; 0.05, es real.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explorar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en directo.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0" y="2743200"/>
            <a:ext cx="3657600" cy="502920"/>
          </a:xfrm>
          <a:prstGeom prst="rect">
            <a:avLst/>
          </a:prstGeom>
          <a:solidFill>
            <a:srgbClr val="0071E3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2743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cuantovaletutrabajo.lovable.app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" cy="59436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058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salario nominal engaña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005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21/27 cambian de ranking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100584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55648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55648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7556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y brecha de género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7556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débil, confundida por tiempo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0" y="175564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505456"/>
            <a:ext cx="73152" cy="59436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505456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50545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vivienda gana la carrera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89120" y="250545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8/10: vivienda crece más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25054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255264"/>
            <a:ext cx="73152" cy="59436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255264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54480" y="325526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no te saca de pobre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325526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8,6% trabajadores UE pobres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325526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005072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005072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54480" y="4005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 Z vive peor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40050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real sube, pero vivienda más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4005072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principal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Gen Z gana más.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puede permitirse menos.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3657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6B"/>
                </a:solidFill>
              </a:rPr>
              <a:t>H5  El salario real SUBE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27/28 países. Pero en Europa Occidental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el crecimiento es casi nulo: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Bélgica +3,8% en 16 años.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2468880"/>
            <a:ext cx="3657600" cy="1371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5603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H3  La vivienda sube MÁS
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8/10 países. Portugal: vivienda +124%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vs salario +61%.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La emancipación se aleja.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precariedad no se mide en euros. Se mide en metros cuadrados.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¿Son razonables 1.500€ en el País Vasco?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1.651 PPS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adquisitivo real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España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3716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~Francia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Equivalente cercano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37160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0" y="20116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vida favorable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1.500€ en Euskadi sitúa al País Vasco en el grupo de cabeza europeo. Supera a Francia (1.589 PPS) y se acerca a Bélgica (1.743 PPS).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sin política de vivienda, sin medidas de igualdad, y sin abordar la precariedad contractual, la cifra sola no basta.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he aprendido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te corrigen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13533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no se validó. Eso demuestra más rigor que forzar una conclusión.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 se mide igual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677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se valida por velocidad de crecimiento, no por Pearson. La herramienta depende de la pregunta.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697480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834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es el 80%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182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cartesianos, nulos disfrazados, formatos incompatibles. Sin glamour pero esencial.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80160" y="3611880"/>
            <a:ext cx="7315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71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hipótesis se conectan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96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+ H5 juntas cuentan una historia que no se ve por separado.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vale tu trabajo?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dónde vivas.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2026-04-11T20:34:53Z</dcterms:created>
  <dcterms:modified xsi:type="dcterms:W3CDTF">2026-04-11T20:34:53Z</dcterms:modified>
</cp:coreProperties>
</file>